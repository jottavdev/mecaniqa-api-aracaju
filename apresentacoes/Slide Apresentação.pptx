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24763c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24763c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324763cc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324763cc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324763cc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324763cc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324763cc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324763cc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1a07209c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1a07209c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05ed034c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05ed034c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6140a87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86140a87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1a07209c1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1a07209c1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73" y="179361"/>
            <a:ext cx="2182950" cy="12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05725" y="370300"/>
            <a:ext cx="5907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Centro Universitário de Excelência</a:t>
            </a:r>
            <a:endParaRPr b="1" sz="200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Sistemas de Informação</a:t>
            </a:r>
            <a:endParaRPr b="1" sz="200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68975" y="3220700"/>
            <a:ext cx="80919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Autor:</a:t>
            </a:r>
            <a:r>
              <a:rPr lang="pt-BR">
                <a:latin typeface="Poppins"/>
                <a:ea typeface="Poppins"/>
                <a:cs typeface="Poppins"/>
                <a:sym typeface="Poppins"/>
              </a:rPr>
              <a:t> João Victor Carvalho de Oliveira</a:t>
            </a:r>
            <a:br>
              <a:rPr lang="pt-BR">
                <a:latin typeface="Poppins"/>
                <a:ea typeface="Poppins"/>
                <a:cs typeface="Poppins"/>
                <a:sym typeface="Poppins"/>
              </a:rPr>
            </a:br>
            <a:r>
              <a:rPr lang="pt-BR">
                <a:latin typeface="Poppins"/>
                <a:ea typeface="Poppins"/>
                <a:cs typeface="Poppins"/>
                <a:sym typeface="Poppins"/>
              </a:rPr>
              <a:t>	   </a:t>
            </a: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Kaio Santo de Oliveira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Marco Antonio Almeida Silva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Nivton Amaral Alves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Robert de Araújo Costa</a:t>
            </a:r>
            <a:b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1531950"/>
            <a:ext cx="9144000" cy="17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latin typeface="Poppins"/>
                <a:ea typeface="Poppins"/>
                <a:cs typeface="Poppins"/>
                <a:sym typeface="Poppins"/>
              </a:rPr>
              <a:t>mecaniQA - Aracaju</a:t>
            </a:r>
            <a:endParaRPr b="1" sz="3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214925" y="4653975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Vitória</a:t>
            </a: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 Conquista</a:t>
            </a: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2026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32319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92150" y="482800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92150" y="3313225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objetivo desta apresentação é apresentar a Web API desenvolvida para a mecaniQA, destacando sua modelagem, funcionalidades e principais conceitos utilizados.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4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Contexto e arquitetura 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Estrutura geral da API e fluxo das requisições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420000" y="2000025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Modelagem das classes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Entidades, enumeração, controllers e repositories.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20000" y="333000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CRUD e rotas REST 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Operações de cadastro, consulta, atualização e exclusão.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1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Singleton e persistência 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Armazenamento em memória e gerenciamento das instâncias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225750" y="20347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Validação e tratamento de erros 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Validação dos dados e utilização dos status HTTP 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152475"/>
            <a:ext cx="3600000" cy="22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Objetivo do projeto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Desenvolver uma Web API REST para gerenciamento de Peças e Serviços da mecaniQA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Tecnologias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 21 </a:t>
            </a:r>
            <a:b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Spring Boot</a:t>
            </a:r>
            <a:b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Gradle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Contexto e Arquitetura da API </a:t>
            </a:r>
            <a:endParaRPr b="1" sz="320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 - Aracaju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2140925" y="2756400"/>
            <a:ext cx="2481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Cliente / Postman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Repository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em memória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2827476" y="2387100"/>
            <a:ext cx="110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Arquitetura</a:t>
            </a:r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5550" y="4505347"/>
            <a:ext cx="1108624" cy="46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925" y="4505350"/>
            <a:ext cx="1108625" cy="4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150" y="4505350"/>
            <a:ext cx="1108624" cy="4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73100" y="1152475"/>
            <a:ext cx="4848050" cy="244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Modelagem de classes</a:t>
            </a:r>
            <a:endParaRPr b="1" sz="320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 - Aracaju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0" y="1058200"/>
            <a:ext cx="5558749" cy="370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CRUD e Rotas REST</a:t>
            </a:r>
            <a:endParaRPr b="1" sz="320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 - Aracaju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686032" y="1175188"/>
            <a:ext cx="66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Peças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606153" y="1175175"/>
            <a:ext cx="85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Serviços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265300" y="1222325"/>
            <a:ext cx="115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Status HTTP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16950" y="1661475"/>
            <a:ext cx="2322600" cy="284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PO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   /api/pecas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Criar peça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GET    /api/pecas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Listar peças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GET    /api/pecas/{id}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Buscar peça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PUT    /api/pecas/{id}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Atualizar peça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DELETE /api/pecas/{id}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Excluir peça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171000" y="1661475"/>
            <a:ext cx="2322600" cy="284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POST   /api/servicos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Criar serviço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GET    /api/servicos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Listar serviços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GET    /api/servicos/{id}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Buscar serviço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PUT    /api/servicos/{id}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Atualizar serviço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DELETE /api/servicos/{id}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Excluir serviço</a:t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057350" y="1661475"/>
            <a:ext cx="2322600" cy="284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74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01 Created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Cadastro realizado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200 OK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Consulta / atualização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204 No Content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Exclusão realizada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404 Not Found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Recurso não encontrado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400 Bad Request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Dados inválidos</a:t>
            </a:r>
            <a:endParaRPr sz="1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4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72458" y="470656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349650" y="370300"/>
            <a:ext cx="67428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Singleton, Validação e Tratamento de Erros </a:t>
            </a:r>
            <a:endParaRPr b="1" sz="320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 - Aracaju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72725" y="1564988"/>
            <a:ext cx="149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Singleton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6777225" y="1565000"/>
            <a:ext cx="19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Tratamento de erros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3960700" y="1565000"/>
            <a:ext cx="149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Validação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20025" y="1929550"/>
            <a:ext cx="3000000" cy="92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Construtor privado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Instância única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Método </a:t>
            </a:r>
            <a:r>
              <a:rPr lang="pt-BR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getInstance()</a:t>
            </a:r>
            <a:endParaRPr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Dados mantidos em memória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3348938" y="1929538"/>
            <a:ext cx="3000000" cy="110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@Valid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@NotBlank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@NotNull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@Positive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@PositiveOrZero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6476750" y="1980400"/>
            <a:ext cx="2727900" cy="121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400 Bad Request</a:t>
            </a:r>
            <a:b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Dados inválidos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404 Not Found</a:t>
            </a:r>
            <a:br>
              <a:rPr b="1" lang="pt-BR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Recurso não encontrado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0" y="4263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3520038" y="3017088"/>
            <a:ext cx="258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Validação dos dados recebidos nas requisições.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37750"/>
            <a:ext cx="3423573" cy="1726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2225" y="3245400"/>
            <a:ext cx="2907224" cy="157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Considerações finais</a:t>
            </a:r>
            <a:endParaRPr b="1" sz="320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 - Aracaju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571500" y="1513450"/>
            <a:ext cx="3692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Principais resultados</a:t>
            </a:r>
            <a:endParaRPr b="1"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Implementação do CRUD de </a:t>
            </a:r>
            <a:r>
              <a:rPr lang="pt-BR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Peças e Serviços</a:t>
            </a:r>
            <a:endParaRPr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Criação de </a:t>
            </a:r>
            <a:r>
              <a:rPr lang="pt-BR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rotas REST</a:t>
            </a:r>
            <a:endParaRPr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Modelagem das entidades utilizando classes e enumeração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Implementação do </a:t>
            </a:r>
            <a:r>
              <a:rPr lang="pt-BR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Padrão Singleton</a:t>
            </a:r>
            <a:endParaRPr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Persistência dos dados </a:t>
            </a:r>
            <a:r>
              <a:rPr lang="pt-BR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memória</a:t>
            </a:r>
            <a:endParaRPr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Validação das requisições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Tratamento de exceções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Utilização adequada dos </a:t>
            </a:r>
            <a:r>
              <a:rPr lang="pt-BR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status HTTP</a:t>
            </a:r>
            <a:endParaRPr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5187475" y="2102700"/>
            <a:ext cx="3000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projeto estabelece a base da API da mecaniQA para as próximas etapas do desenvolvimento.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sz="320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 - Aracaju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349650" y="35462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202250" y="1541950"/>
            <a:ext cx="30000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 AUTOMOTIVE TECH.</a:t>
            </a:r>
            <a:b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OAT 1 — Introdução a Diagrama de Classes. Programa de Trainee 2026.2.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GitHub.</a:t>
            </a:r>
            <a:b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mecaniQA-api-aracaju. Repositório do projeto da equipe.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github.com/JottavDEV/mecaniQA-api-aracaju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